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15C"/>
    <a:srgbClr val="233555"/>
    <a:srgbClr val="233655"/>
    <a:srgbClr val="147276"/>
    <a:srgbClr val="252249"/>
    <a:srgbClr val="F2F2F2"/>
    <a:srgbClr val="2494D3"/>
    <a:srgbClr val="A0B8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21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60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52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5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120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53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04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3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43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4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898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26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376F24-A28A-4253-838D-89EF7769F55B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8137D-61C2-410C-8363-DDBDC3046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5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1608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3F953-3DC4-6479-194B-0B0C88A8C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211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C6D16-10F1-0392-9626-41B289AD3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606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96B8D-BFA3-11A5-F111-25DA213E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341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B0E12C-A5D6-7AE1-CA79-1ACD4D095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378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AFA2CB-A2DF-FDF6-5EC2-49B7DB082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476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BB91B7-ECDA-7268-0F03-CBB15662E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24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06685-EB7A-A12C-5A4D-FA1A23CD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405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114947-E56E-337D-9965-B1BCC2291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601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8F2328-EFC9-37D1-CB00-054555104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5630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066CD3-66C8-0522-C36D-4A4D05F71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611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E8F5B-67A4-6C41-7A68-8EF1DEA98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8661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4D30F-C639-F258-1DAA-027CFE26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283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3F2F1A-24CB-C4CC-6C9D-68E97D30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03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AEAF0A-E52B-340A-B02B-5C3BE6E09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274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4D83B4-5C55-4271-A045-BA108200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21FD8-B0C2-CDC4-DFDD-A008014B0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2944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1F554-AD93-01EE-CD40-C56377B6F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656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4B8155-19FF-910E-965D-3575EBA9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658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BA629C-3DC0-1C4A-FE5F-62D6B07A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5011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7AD4BA-599B-952D-6496-C3FF82A86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79985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716261-DDDD-FA37-5D18-81BDA0D66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071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2D1272-CEAD-2387-033E-5033633DE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082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77E9F-B344-D831-B090-A53F1A10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670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B5C8CA-4F49-9910-7344-B832C2F6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555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3E659A-7B78-C7F5-579A-DE6EDFA3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93522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BF871-2393-2FF8-1B5B-4CADBE502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682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8379D-A26A-DE13-A5BB-39AD5F3EF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8948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10635-031F-7A9B-26B5-480453302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359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CFACF6-FA1F-6966-3B55-738D6F49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645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ng Hatam.ppsx" id="{86FDBEAD-7E09-4815-A7B5-37BCF30573F3}" vid="{00FB7B01-84DE-4EE1-B26F-9BAD1619FF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</TotalTime>
  <Words>0</Words>
  <Application>Microsoft Macintosh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 ALalyan</dc:creator>
  <cp:lastModifiedBy>Turki S Alghbayni, Ritaj</cp:lastModifiedBy>
  <cp:revision>110</cp:revision>
  <dcterms:created xsi:type="dcterms:W3CDTF">2017-04-16T06:52:24Z</dcterms:created>
  <dcterms:modified xsi:type="dcterms:W3CDTF">2025-12-17T10:23:59Z</dcterms:modified>
</cp:coreProperties>
</file>